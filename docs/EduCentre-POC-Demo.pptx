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POC validates business flow and reporting structure before production integration. We focus on high-impact workflows for operations and management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static screens only; key modules support add/edit/delete demo behavior. Data is mock-driven but realistic.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chain from operations to financial and governance visibility. This mirrors HQ and centre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minimum report set required for operations and governance. POC demonstrates structure, filters, and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de-risks design and process fit. After sign-off, proceed to secure integration and persistent workflow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constraints are intentional for POC speed. Production plan is already sequenced.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EduCentre POC: Operational Workflow and Reporting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Project context: MAIWP education operations POC</a:t>
            </a:r>
          </a:p>
          <a:p>
            <a:pPr>
              <a:defRPr sz="2400"/>
            </a:pPr>
            <a:r>
              <a:t>Objective: prove workable user flow for critical modules</a:t>
            </a:r>
          </a:p>
          <a:p>
            <a:pPr>
              <a:defRPr sz="2400"/>
            </a:pPr>
            <a:r>
              <a:t>Focus: Student lifecycle, Attendance, Fee/Subsidy, Approval/Audit,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Implemented POC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Multi-portal navigation: Admin, Parent, Finance, Audit</a:t>
            </a:r>
          </a:p>
          <a:p>
            <a:pPr>
              <a:defRPr sz="2400"/>
            </a:pPr>
            <a:r>
              <a:t>Interactive UI CRUD modules: Complaints, Co-curricular, Calendar, Health</a:t>
            </a:r>
          </a:p>
          <a:p>
            <a:pPr>
              <a:defRPr sz="2400"/>
            </a:pPr>
            <a:r>
              <a:t>Report pages for core management KPIs</a:t>
            </a:r>
          </a:p>
          <a:p>
            <a:pPr>
              <a:defRPr sz="2400"/>
            </a:pPr>
            <a:r>
              <a:t>Mock-driven data aligned to operational 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Walkthrough (12-15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1) Student lifecycle: /admin/students + detail page</a:t>
            </a:r>
          </a:p>
          <a:p>
            <a:pPr>
              <a:defRPr sz="2400"/>
            </a:pPr>
            <a:r>
              <a:t>2) Attendance operations: /admin/attendance</a:t>
            </a:r>
          </a:p>
          <a:p>
            <a:pPr>
              <a:defRPr sz="2400"/>
            </a:pPr>
            <a:r>
              <a:t>3) Fee + subsidy + SOA view: /admin/fees and /parent</a:t>
            </a:r>
          </a:p>
          <a:p>
            <a:pPr>
              <a:defRPr sz="2400"/>
            </a:pPr>
            <a:r>
              <a:t>4) Approval + audit traceability: /finance and /audit</a:t>
            </a:r>
          </a:p>
          <a:p>
            <a:pPr>
              <a:defRPr sz="2400"/>
            </a:pPr>
            <a:r>
              <a:t>5) Reporting pack: /admin/reports + key report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Reports for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Enrollment Report</a:t>
            </a:r>
          </a:p>
          <a:p>
            <a:pPr>
              <a:defRPr sz="2400"/>
            </a:pPr>
            <a:r>
              <a:t>Fee Collection Report</a:t>
            </a:r>
          </a:p>
          <a:p>
            <a:pPr>
              <a:defRPr sz="2400"/>
            </a:pPr>
            <a:r>
              <a:t>Aging Report</a:t>
            </a:r>
          </a:p>
          <a:p>
            <a:pPr>
              <a:defRPr sz="2400"/>
            </a:pPr>
            <a:r>
              <a:t>Attendance Report</a:t>
            </a:r>
          </a:p>
          <a:p>
            <a:pPr>
              <a:defRPr sz="2400"/>
            </a:pPr>
            <a:r>
              <a:t>Subsidy by Fund Report</a:t>
            </a:r>
          </a:p>
          <a:p>
            <a:pPr>
              <a:defRPr sz="2400"/>
            </a:pPr>
            <a:r>
              <a:t>Staff-to-Student Ratio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Required: Production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POC status: UX flow and report coverage validated</a:t>
            </a:r>
          </a:p>
          <a:p>
            <a:pPr>
              <a:defRPr sz="2400"/>
            </a:pPr>
            <a:r>
              <a:t>Next: API and database layer</a:t>
            </a:r>
          </a:p>
          <a:p>
            <a:pPr>
              <a:defRPr sz="2400"/>
            </a:pPr>
            <a:r>
              <a:t>Next: Auth/RBAC/2FA hardening</a:t>
            </a:r>
          </a:p>
          <a:p>
            <a:pPr>
              <a:defRPr sz="2400"/>
            </a:pPr>
            <a:r>
              <a:t>Next: Accounting/Payment/DDMS integration</a:t>
            </a:r>
          </a:p>
          <a:p>
            <a:pPr>
              <a:defRPr sz="2400"/>
            </a:pPr>
            <a:r>
              <a:t>Next: Approval workflow persistence</a:t>
            </a:r>
          </a:p>
          <a:p>
            <a:pPr>
              <a:defRPr sz="2400"/>
            </a:pPr>
            <a:r>
              <a:t>Ask: confirm scope lock for production phase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POC Constraints (Transparent)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Demo uses mock data</a:t>
            </a:r>
          </a:p>
          <a:p>
            <a:pPr>
              <a:defRPr sz="2400"/>
            </a:pPr>
            <a:r>
              <a:t>CRUD is UI-state and non-persistent on refresh</a:t>
            </a:r>
          </a:p>
          <a:p>
            <a:pPr>
              <a:defRPr sz="2400"/>
            </a:pPr>
            <a:r>
              <a:t>Integrations are represented, not live-connected</a:t>
            </a:r>
          </a:p>
          <a:p>
            <a:pPr>
              <a:defRPr sz="2400"/>
            </a:pPr>
            <a:r>
              <a:t>Security controls are UI-demonstrated, not fully backend-enforced yet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